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91440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Textos em Língua Portuguesa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discurso de ódio com Naive Bayes e Regressão Logística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Ciência de Dados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Abimael Gomes Mesquita Filho (583351)  •  Kaue Cruz Gomes (585384)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objetivo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PLN: análise de informações expressas em linguagem humana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textos em português sobre discurso de ódio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construir um pipeline completo de PLN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Etapas: tratamento, análise exploratória, vetorização e classificação supervisionada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Naive Bayes e Regressão Logística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Representações: Bag-of-Words e TF-IDF, com SMOTE no treino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188720"/>
            <a:ext cx="31089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18872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18872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5.670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no dataset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7840" y="2377440"/>
            <a:ext cx="31089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377440"/>
            <a:ext cx="64008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3288" y="237744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× representações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3566160"/>
            <a:ext cx="31089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356616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3288" y="356616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acurácia, precision, recall, F1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 desbalanceamento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principais: text e hatespeech_comb (classe)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0: 3.882 textos (68,47%)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1: 1.788 textos (31,53%)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0 tem mais que o dobro de exemplos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o modelo favorecer a classe majoritária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além da acurácia, avaliamos precision, recall e F1</a:t>
            </a:r>
            <a:endParaRPr lang="en-US" sz="1350" dirty="0"/>
          </a:p>
        </p:txBody>
      </p:sp>
      <p:pic>
        <p:nvPicPr>
          <p:cNvPr id="6" name="Image 0" descr="/mnt/user-data/uploads/Distribuição_de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7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classes no dataset.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e limpeza textual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51560"/>
            <a:ext cx="3776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minúsculas e escrita padronizada, reduzindo variações no vocabulário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51560"/>
            <a:ext cx="64008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051560"/>
            <a:ext cx="3776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ruídos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Menções, caracteres especiais, pontuação e quebras de linha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31720"/>
            <a:ext cx="64008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2331720"/>
            <a:ext cx="3776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cada texto em tokens, as unidades usadas na vetorização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402336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331720"/>
            <a:ext cx="6400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8888" y="2331720"/>
            <a:ext cx="37764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Lematização / stemming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formas de uma palavra a uma base comum; exige cuidado para não perder informação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5760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" y="3657600"/>
            <a:ext cx="7982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exemplos sintéticos da classe minoritária a partir de exemplos reais. Aplicado apenas ao conjunto de treino, sem usar informação do teste.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exploratória: frequência de palavras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/mnt/user-data/uploads/Top_20_palav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840480" cy="2304288"/>
          </a:xfrm>
          <a:prstGeom prst="rect">
            <a:avLst/>
          </a:prstGeom>
        </p:spPr>
      </p:pic>
      <p:pic>
        <p:nvPicPr>
          <p:cNvPr id="6" name="Image 1" descr="/mnt/user-data/uploads/Nuvem_de_palav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05840"/>
            <a:ext cx="4206240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frequentes: "rt", "mulher", "pra", "dia", "q", "vai", "vc", "branco"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aparecem "burra", "gorda", "feia" e "refugiados"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"rt" domina a contagem: é marca de retweet, não conteúdo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de aprendizado não supervisionado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377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97280"/>
            <a:ext cx="2404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tópicos: agrupa palavras que aparecem juntas e revela temas latentes presentes nos textos.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97280"/>
            <a:ext cx="64008" cy="2377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097280"/>
            <a:ext cx="2404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textos por similaridade usando seus vetores numéricos, sem usar os rótulos das classes.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64008" cy="2377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0488" y="1097280"/>
            <a:ext cx="2404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anomalias: encontra mensagens atípicas ou incomuns que merecem análise individual.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Possibilidades identificadas após a conversão dos textos para vetores numéricos.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classificação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194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9728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probabilístico baseado no Teorema de Bayes. Assume independência entre as características. Vantagens: simplicidade computacional e bom desempenho com Bag-of-Words.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194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2194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09728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a probabilidade de uma instância pertencer a uma classe, usando a função logística. Comum em texto por lidar bem com muitas features e vetores esparsos.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são adequados a documentos representados por vetores esparsos e permitem comparar abordagens diferentes.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das features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011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9728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(CountVectorizer)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quantas vezes cada palavra aparece. Ex.: vocabulário [casa, carro, cidade] e documento com 2 "casa" e 1 "carro" vira [2, 1, 0]. Simples, mas ignora a raridade do termo.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0116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09728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= TF × IDF. Dá mais peso a palavras relevantes no documento e menos frequentes no corpus; palavras comuns recebem peso menor.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experimentos: NB + Count, RL + Count, NB + TF-IDF, RL + TF-IDF, todos com SMOTE no treino.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quantitativos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cl.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cl.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CountVectorizer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CountVectorizer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97280"/>
            <a:ext cx="256032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1097280"/>
            <a:ext cx="64008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81928" y="1097280"/>
            <a:ext cx="2313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acurácia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+ TF-IDF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2286000"/>
            <a:ext cx="256032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2286000"/>
            <a:ext cx="64008" cy="1051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81928" y="2286000"/>
            <a:ext cx="2313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F1 da classe 1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+ CountVectorizer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acurácia: RL+TF-IDF &gt; NB+Count &gt; RL+Count &gt; NB+TF-IDF.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e F1 por classe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cl.0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cl.0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cl.0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cl.1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cl.1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cl.1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+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+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+ 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+ 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+ TF-IDF: maior recall da classe 1 (0,73), mas precision de só 0,48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TF-IDF: melhor equilíbrio e maior precision da classe 1 (0,58)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casos a classe 1 fica abaixo da classe 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de confusão: Naive Bayes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/mnt/user-data/uploads/Matriz_Confusão_-_Naive_Bayes_com_Bag-of-W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840480" cy="2560320"/>
          </a:xfrm>
          <a:prstGeom prst="rect">
            <a:avLst/>
          </a:prstGeom>
        </p:spPr>
      </p:pic>
      <p:pic>
        <p:nvPicPr>
          <p:cNvPr id="6" name="Image 1" descr="/mnt/user-data/uploads/Matriz_Confusão_-_Naive_Bayes_com_TF-I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703320"/>
            <a:ext cx="38404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3703320"/>
            <a:ext cx="64008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" y="370332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234, FN 124, FP 189. Bom na classe 0 e razoável na classe 1.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846320" y="3703320"/>
            <a:ext cx="38404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46320" y="3703320"/>
            <a:ext cx="64008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01768" y="370332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261, FN 97, FP 282. Acha mais a classe 1, ao custo de mais falsos positivos.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de confusão: Regressão Logística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Image 0" descr="/mnt/user-data/uploads/Matriz_Confusão_-_Regressão_Logistica_com_Bag-of-W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840480" cy="2560320"/>
          </a:xfrm>
          <a:prstGeom prst="rect">
            <a:avLst/>
          </a:prstGeom>
        </p:spPr>
      </p:pic>
      <p:pic>
        <p:nvPicPr>
          <p:cNvPr id="6" name="Image 1" descr="/mnt/user-data/uploads/Matriz_Confusão_-_Regressão_Logistica_com_TF-I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703320"/>
            <a:ext cx="38404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3703320"/>
            <a:ext cx="64008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" y="370332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228, FN 130, FP 236. Inferior ao Naive Bayes com a mesma representação.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846320" y="3703320"/>
            <a:ext cx="384048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46320" y="3703320"/>
            <a:ext cx="64008" cy="960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01768" y="3703320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201, FN 157, FP 147. Mais acertos na classe 0 (629) e menos falsos positivos.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representações e modelos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97280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 72,40% contra TF-IDF 66,58%. A contagem simples funcionou melhor.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097280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73,19% contra CountVectorizer 67,72%. A ponderação favoreceu o modelo.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64008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2651760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achar a classe 1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+ TF-IDF foi melhor: 261 acertos e só 97 falsos negativos.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651760"/>
            <a:ext cx="4023360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651760"/>
            <a:ext cx="64008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8888" y="2651760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acurácia geral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TF-IDF foi melhor: 629 acertos na classe 0 e só 147 falsos positivos.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representação universalmente melhor; o melhor modelo depende do objetivo.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crítica, limitações e melhorias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554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51560"/>
            <a:ext cx="3776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TF-IDF venceu, possivelmente por pesar termos discriminativos e lidar bem com vetores esparsos. O SMOTE não garante que as classes sejam igualmente fáceis de distinguir.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51560"/>
            <a:ext cx="64008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051560"/>
            <a:ext cx="3776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Desbalanceamento, corpus de 5.670 textos, ironia e sarcasmo, e modelos que ignoram semântica profunda.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64008" cy="1737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2788920"/>
            <a:ext cx="7982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possíveis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exemplos da classe minoritária e revisão de anotações • testar stopwords, stemming e lematização • TF-IDF com unigramas e bigramas • ajuste de hiperparâmetros • validação cruzada • pesos de classe e outras amostragens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reais, próximos passos e conclusão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737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051560"/>
            <a:ext cx="2404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real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moderação: sinalizar mensagens suspeitas para revisão humana, sem decidir sozinho.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64008" cy="1737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051560"/>
            <a:ext cx="2404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versão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Transformers (BERT em português) e embeddings como Word2Vec e FastText.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64008" cy="1737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0488" y="1051560"/>
            <a:ext cx="2404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removem conteúdo indevido; falsos negativos deixam passar conteúdo ofensivo.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modelo: Regressão Logística + TF-IDF (73,19%)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depende da combinação entre algoritmo e representação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1 segue sendo o maior desafio (F1 de 0,55 a 0,60)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2026-10-07T00:06:01Z</dcterms:created>
  <dcterms:modified xsi:type="dcterms:W3CDTF">2026-10-07T00:06:01Z</dcterms:modified>
</cp:coreProperties>
</file>